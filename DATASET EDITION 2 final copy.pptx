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5" r:id="rId7"/>
  </p:sldIdLst>
  <p:sldSz cx="18288000" cy="10287000"/>
  <p:notesSz cx="6858000" cy="9144000"/>
  <p:embeddedFontLst>
    <p:embeddedFont>
      <p:font typeface="Libre Franklin Bold" panose="020B0604020202020204" charset="0"/>
      <p:regular r:id="rId9"/>
    </p:embeddedFont>
    <p:embeddedFont>
      <p:font typeface="Microsoft Tai Le" panose="020B0502040204020203" pitchFamily="34" charset="0"/>
      <p:regular r:id="rId10"/>
      <p:bold r:id="rId11"/>
    </p:embeddedFont>
    <p:embeddedFont>
      <p:font typeface="Mongolian Baiti" panose="03000500000000000000" pitchFamily="66" charset="0"/>
      <p:regular r:id="rId12"/>
    </p:embeddedFont>
    <p:embeddedFont>
      <p:font typeface="Montserrat" panose="00000500000000000000" pitchFamily="2" charset="0"/>
      <p:regular r:id="rId13"/>
      <p:bold r:id="rId14"/>
    </p:embeddedFont>
    <p:embeddedFont>
      <p:font typeface="Playfair Display Bold" panose="020B0604020202020204" charset="0"/>
      <p:regular r:id="rId15"/>
    </p:embeddedFont>
    <p:embeddedFont>
      <p:font typeface="Source Serif Pro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22" autoAdjust="0"/>
  </p:normalViewPr>
  <p:slideViewPr>
    <p:cSldViewPr>
      <p:cViewPr varScale="1">
        <p:scale>
          <a:sx n="47" d="100"/>
          <a:sy n="47" d="100"/>
        </p:scale>
        <p:origin x="4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87A48-95AE-49F0-87CA-CE6167C1E462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C2DD1-924D-47E4-9F79-5694D7130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62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72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AI GRADER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200" y="7526651"/>
            <a:ext cx="91440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CODE CRACKERS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35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2808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 Statement:</a:t>
            </a:r>
          </a:p>
          <a:p>
            <a:pPr>
              <a:lnSpc>
                <a:spcPts val="7300"/>
              </a:lnSpc>
            </a:pPr>
            <a:br>
              <a:rPr lang="en-US" sz="60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icrosoft Tai Le" panose="020B0502040204020203" pitchFamily="34" charset="0"/>
                <a:ea typeface="Montserrat"/>
                <a:cs typeface="Microsoft Tai Le" panose="020B0502040204020203" pitchFamily="34" charset="0"/>
                <a:sym typeface="Montserrat"/>
              </a:rPr>
            </a:br>
            <a:r>
              <a:rPr lang="en-US" sz="60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icrosoft Tai Le" panose="020B0502040204020203" pitchFamily="34" charset="0"/>
                <a:ea typeface="Montserrat"/>
                <a:cs typeface="Microsoft Tai Le" panose="020B0502040204020203" pitchFamily="34" charset="0"/>
                <a:sym typeface="Montserrat"/>
              </a:rPr>
              <a:t>AI Assignment Grading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6AAB0C-5501-A5FD-08BD-7EB930BDBE30}"/>
              </a:ext>
            </a:extLst>
          </p:cNvPr>
          <p:cNvSpPr txBox="1"/>
          <p:nvPr/>
        </p:nvSpPr>
        <p:spPr>
          <a:xfrm>
            <a:off x="1447800" y="2476500"/>
            <a:ext cx="162306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Solution</a:t>
            </a:r>
            <a:r>
              <a:rPr lang="en-US" sz="60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</a:p>
          <a:p>
            <a:endParaRPr lang="en-US" sz="6000" dirty="0">
              <a:solidFill>
                <a:schemeClr val="bg1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An AI-powered assignment grading assistant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Automatically evaluates student submissions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Uses NLP-based similarity and scoring models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Generates basic to advanced feedback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Supports essay-type and descriptive answers</a:t>
            </a:r>
            <a:endParaRPr lang="en-IN" sz="5400" dirty="0">
              <a:solidFill>
                <a:schemeClr val="bg1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060" y="39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5CA0D-3700-53D7-67E8-D399A98C42D5}"/>
              </a:ext>
            </a:extLst>
          </p:cNvPr>
          <p:cNvSpPr txBox="1"/>
          <p:nvPr/>
        </p:nvSpPr>
        <p:spPr>
          <a:xfrm>
            <a:off x="1143000" y="1943100"/>
            <a:ext cx="1546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Montserrat" panose="00000500000000000000" pitchFamily="2" charset="0"/>
              </a:rPr>
              <a:t>INNOVATION &amp; USP:</a:t>
            </a:r>
            <a:endParaRPr lang="en-IN" sz="6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F14E7F-C3CE-EA7A-69C5-E14C0F12ED18}"/>
              </a:ext>
            </a:extLst>
          </p:cNvPr>
          <p:cNvSpPr txBox="1"/>
          <p:nvPr/>
        </p:nvSpPr>
        <p:spPr>
          <a:xfrm>
            <a:off x="609600" y="3771900"/>
            <a:ext cx="17449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Automated grading with minimal human intervention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Rubric-aware evaluation pipelines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Personalized &amp; actionable feedback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Consistent and unbiased grading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Scalable for large classrooms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0BA91761-7920-F3B8-B67C-55A2B2F224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D745649-55C1-F7D3-6253-B3B5E607E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85136D-1E7C-D571-27C7-839AA0201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2016770"/>
            <a:ext cx="12039600" cy="802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83535-68E7-8FEF-9EB2-24DB1CD17DD7}"/>
              </a:ext>
            </a:extLst>
          </p:cNvPr>
          <p:cNvSpPr txBox="1"/>
          <p:nvPr/>
        </p:nvSpPr>
        <p:spPr>
          <a:xfrm>
            <a:off x="1143000" y="2171700"/>
            <a:ext cx="148346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Montserrat" panose="00000500000000000000" pitchFamily="2" charset="0"/>
              </a:rPr>
              <a:t>Team members:</a:t>
            </a:r>
          </a:p>
          <a:p>
            <a:endParaRPr lang="en-IN" sz="6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4EB-7AB9-4DA7-F8ED-B12AB559BCE3}"/>
              </a:ext>
            </a:extLst>
          </p:cNvPr>
          <p:cNvSpPr txBox="1"/>
          <p:nvPr/>
        </p:nvSpPr>
        <p:spPr>
          <a:xfrm>
            <a:off x="1295400" y="3619500"/>
            <a:ext cx="158252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 </a:t>
            </a:r>
            <a:r>
              <a:rPr lang="en-US" sz="54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PriyaRakshana</a:t>
            </a:r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– 25MID1065</a:t>
            </a:r>
          </a:p>
          <a:p>
            <a:r>
              <a:rPr lang="en-US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 Jayshree – 25MID1049</a:t>
            </a:r>
          </a:p>
          <a:p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Judith </a:t>
            </a:r>
            <a:r>
              <a:rPr lang="en-IN" sz="54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Rubavathy</a:t>
            </a:r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 V – 25MID1088</a:t>
            </a:r>
          </a:p>
          <a:p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M Gitashri – 25MID1075</a:t>
            </a:r>
          </a:p>
          <a:p>
            <a:r>
              <a:rPr lang="en-IN" sz="54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Sai Subha Dharshni S – 25MID1065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116</Words>
  <Application>Microsoft Office PowerPoint</Application>
  <PresentationFormat>Custom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Source Serif Pro Bold</vt:lpstr>
      <vt:lpstr>Microsoft Tai Le</vt:lpstr>
      <vt:lpstr>Libre Franklin Bold</vt:lpstr>
      <vt:lpstr>Playfair Display Bold</vt:lpstr>
      <vt:lpstr>Montserrat</vt:lpstr>
      <vt:lpstr>Mongolian Baiti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dc:creator>Jeyasri S</dc:creator>
  <cp:lastModifiedBy>Jayashree S</cp:lastModifiedBy>
  <cp:revision>6</cp:revision>
  <dcterms:created xsi:type="dcterms:W3CDTF">2006-08-16T00:00:00Z</dcterms:created>
  <dcterms:modified xsi:type="dcterms:W3CDTF">2025-12-18T01:31:43Z</dcterms:modified>
  <dc:identifier>DAG7o8SITjs</dc:identifier>
</cp:coreProperties>
</file>